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77034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88598" y="1384935"/>
            <a:ext cx="496668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TBCPL Workforce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3470384" y="2223135"/>
            <a:ext cx="2203233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Management System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9350" y="2847975"/>
            <a:ext cx="1825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See What?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49636" y="3571875"/>
            <a:ext cx="184460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Simple Guide to Our System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System?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of it like a company filing cabinet with locks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department has its own drawer with a key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people in that department can open their drawer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has a master key to all drawers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track who accesses what and when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1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401729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477577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4553427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5629275"/>
            <a:ext cx="7924800" cy="923449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5 Departments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38200" y="1554481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Department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1828800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Profiles &amp; Attendance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2630329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2904649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Salary &amp; Expenses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838200" y="3706177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8200" y="3980498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Resources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838200" y="4782027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38200" y="5056346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 Work &amp; Cases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838200" y="5857875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8200" y="6132195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System Access</a:t>
            </a:r>
            <a:endParaRPr lang="en-US" sz="10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 Department - People &amp; Attendance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employee information and background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who has company equipment (laptops, phones, etc.)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who came to work each day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attendance reports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 Department - Money &amp; Purchases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employee bank account numbers (for salary payments)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what company items we buy and spend money 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all daily expenses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spending reports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Department - How Things Work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technical information and how the system works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track of helpful technical guides and tips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system running smoothly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 Department - Field Work &amp; Cases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information about all field workers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what work was done each day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detailed reports when a case is completed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- The Master Controller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see EVERYTHING in the 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daily updates from all 5 departments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sure everyone is following rules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reports about the whole company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Checks &amp; Updates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Each Department Does Every Day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Checks all work updates from everyone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Checks who came to work today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Accounts: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Checks money spent today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Operation Department Reports?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Types of Reports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91641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Update: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Field workers tell us what work they did today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Report: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When a case is finished, we write a complete report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Parts of a Case Report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case is done, we write down: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1544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Who?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person's name (Culprit Name)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What?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quick summary of what happened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FBBF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Details?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about the raid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- Keeping Information Safe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people who should see data can see it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information stays private and separate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a record of who looked at what and when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Sensitive information like salaries are extra protected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9931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2395179"/>
            <a:ext cx="7924800" cy="9931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540682"/>
            <a:ext cx="7924800" cy="993100"/>
          </a:xfrm>
          <a:prstGeom prst="rect">
            <a:avLst/>
          </a:prstGeom>
          <a:solidFill>
            <a:srgbClr val="1E293B"/>
          </a:solidFill>
          <a:ln/>
          <a:effectLst>
            <a:outerShdw blurRad="152400" dist="76200" dir="5400000" algn="bl" rotWithShape="0">
              <a:srgbClr val="000000">
                <a:alpha val="20000"/>
              </a:srgbClr>
            </a:outerShdw>
          </a:effectLst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 Main Parts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47828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Filing Cabinet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752600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all the information is stored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838200" y="2623779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Lock System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38200" y="2898102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if you have permission to see something</a:t>
            </a:r>
            <a:endParaRPr lang="en-US" sz="1080" dirty="0"/>
          </a:p>
        </p:txBody>
      </p:sp>
      <p:sp>
        <p:nvSpPr>
          <p:cNvPr id="10" name="Text 8"/>
          <p:cNvSpPr/>
          <p:nvPr/>
        </p:nvSpPr>
        <p:spPr>
          <a:xfrm>
            <a:off x="838200" y="3769282"/>
            <a:ext cx="7616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Report Creator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38200" y="4043600"/>
            <a:ext cx="7616952" cy="1919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512"/>
              </a:lnSpc>
              <a:buNone/>
            </a:pPr>
            <a:r>
              <a:rPr lang="en-US" sz="108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Makes reports based on your department</a:t>
            </a:r>
            <a:endParaRPr lang="en-US" sz="10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Steps to Get Ready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Build the filing cabinet system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Create the keys and locks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Set up each department's area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</a:t>
            </a: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Test it and train everyone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 &amp; Advantages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stays safe and private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gets done faster and easier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know who saw what and when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 knows their job and what they can access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Boss can see everything, but each team has privacy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24044" y="1727839"/>
            <a:ext cx="249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443546" y="2505075"/>
            <a:ext cx="225678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TBCPL Workforce System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3267816" y="3228975"/>
            <a:ext cx="260836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Ask your team leader or admin!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526</Words>
  <Application>Microsoft Office PowerPoint</Application>
  <PresentationFormat>On-screen Show (16:9)</PresentationFormat>
  <Paragraphs>100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Data Analyst</cp:lastModifiedBy>
  <cp:revision>2</cp:revision>
  <dcterms:created xsi:type="dcterms:W3CDTF">2025-12-10T08:08:54Z</dcterms:created>
  <dcterms:modified xsi:type="dcterms:W3CDTF">2025-12-10T10:43:27Z</dcterms:modified>
</cp:coreProperties>
</file>