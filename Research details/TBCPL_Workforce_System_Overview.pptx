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TBCPL Workforce – System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Department Access Controls, Workflow &amp; Reporting 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Departments in TBCPL Workforce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Human Resources (HR)</a:t>
            </a:r>
          </a:p>
          <a:p>
            <a:r>
              <a:t>2. Admin</a:t>
            </a:r>
          </a:p>
          <a:p>
            <a:r>
              <a:t>3. Accounts</a:t>
            </a:r>
          </a:p>
          <a:p>
            <a:r>
              <a:t>4. Technical</a:t>
            </a:r>
          </a:p>
          <a:p>
            <a:r>
              <a:t>5. Operation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Department-Level Access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Admin: Access to all departments and all details.</a:t>
            </a:r>
          </a:p>
          <a:p>
            <a:r>
              <a:t>• HR: Employee Profiles, Asset Allocation, Daily Attendance.</a:t>
            </a:r>
          </a:p>
          <a:p>
            <a:r>
              <a:t>• Accounts: Employee Bank Details, Salary Processing, Asset Purchase Records.</a:t>
            </a:r>
          </a:p>
          <a:p>
            <a:r>
              <a:t>• Technical: Technical-related data only.</a:t>
            </a:r>
          </a:p>
          <a:p>
            <a:r>
              <a:t>• Operation: Ground employees &amp; work updates.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Admin: Reviews all departmental work updates daily.</a:t>
            </a:r>
          </a:p>
          <a:p>
            <a:r>
              <a:t>• HR: Monitors daily attendance of all employees.</a:t>
            </a:r>
          </a:p>
          <a:p>
            <a:r>
              <a:t>• Accounts: Reviews company expenses and spending.</a:t>
            </a:r>
          </a:p>
          <a:p>
            <a:r>
              <a:t>• Operation: Creates daily work updates and case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 Department – Case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Case Report Includes:</a:t>
            </a:r>
          </a:p>
          <a:p>
            <a:r>
              <a:t>• Culprit Name</a:t>
            </a:r>
          </a:p>
          <a:p>
            <a:r>
              <a:t>• Summary</a:t>
            </a:r>
          </a:p>
          <a:p>
            <a:r>
              <a:t>• Detailed raid information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Flowchart – Department Access &amp; Reporting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Admin</a:t>
            </a:r>
          </a:p>
          <a:p>
            <a:r>
              <a:t>(Full Access)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457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HR</a:t>
            </a:r>
          </a:p>
          <a:p>
            <a:r>
              <a:t>(Employees, Assets, Attendance)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22860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Accounts</a:t>
            </a:r>
          </a:p>
          <a:p>
            <a:r>
              <a:t>(Bank Details, Expenses)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Technical</a:t>
            </a:r>
          </a:p>
          <a:p>
            <a:r>
              <a:t>(Tech Data Only)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Operation</a:t>
            </a:r>
          </a:p>
          <a:p>
            <a:r>
              <a:t>(Ground Employees, Reports)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